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01168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155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PROJET MLOPS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SentimentAI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366F1"/>
                </a:solidFill>
              </a:rPr>
              <a:t>Analyse de sentiment · Trustpilot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A3"/>
                </a:solidFill>
              </a:rPr>
              <a:t>API REST sécurisée · LightGBM + TF-IDF · Monitoring drift · MLflow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685800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1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1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LightGBM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83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3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5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5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Nginx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7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7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Docker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MLflow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1" y="3977639"/>
            <a:ext cx="1024128" cy="32004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1" y="3995928"/>
            <a:ext cx="1024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366F1"/>
                </a:solidFill>
              </a:rPr>
              <a:t>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A3"/>
                </a:solidFill>
              </a:rPr>
              <a:t>Accuracy : 71.95%   ·   F1-Score : 71.86%   ·   28 tests pytest   ·   565k avis analysés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0972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02336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87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🎯  Le problème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298448"/>
            <a:ext cx="3749040" cy="182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Des milliers d'avis Trustpilot non structurés chaque 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Impossible de les traiter manuellement à grande échelle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Besoin d'une classification automatique : Positif / Neutre / Négatif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Et d'un système de production complet, pas juste un 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914400"/>
            <a:ext cx="4023360" cy="210312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987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📊  Le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1298448"/>
            <a:ext cx="3749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89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565 814 avis Trustpilot (Amazon)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Notes 1-5 → regroupées en 3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01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277 826 lignes après nettoyage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157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Dataset équilibré : 44 042 par classe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140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Colonnes : reviewText, summary, overall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256032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</a:rPr>
              <a:t>⭐ 1-2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Négatif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3291840"/>
            <a:ext cx="256032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4A3"/>
                </a:solidFill>
              </a:rPr>
              <a:t>⭐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490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Neutre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91840"/>
            <a:ext cx="256032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</a:rPr>
              <a:t>⭐ 4-5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7490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Positif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5720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B94A3"/>
                </a:solidFill>
              </a:rPr>
              <a:t>Objectif : pipeline MLOps complet, du preprocessing au monitoring en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55448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55448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969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Interface utilisateur
Dark glassmorphism
5 onglets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960120"/>
            <a:ext cx="155448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5960" y="960120"/>
            <a:ext cx="15544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969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:8080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6276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Reverse proxy
Rate limit 2 req/s
auth_request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960120"/>
            <a:ext cx="155448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960120"/>
            <a:ext cx="155448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9692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:80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6276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Backend API
Auth · Predict
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960120"/>
            <a:ext cx="155448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C4899"/>
                </a:solidFill>
              </a:rPr>
              <a:t>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16276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LightGBM .pkl
TF-IDF .pkl
Read-only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960120"/>
            <a:ext cx="1554480" cy="164592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1261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A3"/>
                </a:solidFill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627632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users.json
predictions.jsonl
Volumes 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554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834640"/>
            <a:ext cx="83210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944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Flux d'une prédiction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337560"/>
            <a:ext cx="1170432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1. Client POST /predict
+ X-API-Key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99032" y="3337560"/>
            <a:ext cx="117043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4752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2. Nginx : rate
limit check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15184" y="3337560"/>
            <a:ext cx="1170432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0904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3. auth_request
→ /verify_admin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31336" y="3337560"/>
            <a:ext cx="117043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77056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4. Token OK ?
Quota OK 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3337560"/>
            <a:ext cx="1170432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93208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5. TF-IDF → 
LightGBM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337560"/>
            <a:ext cx="1170432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6. Log JSONL
+ quota++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3337560"/>
            <a:ext cx="1170432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25512" y="3364992"/>
            <a:ext cx="1078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7. Réponse :
sentiment +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Texte brut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reviewText +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4751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1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1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Lowercase
+ nettoyage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1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Ponctuation, chiffres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06624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✂️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Tokenisation
NLTK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punkt tokenizer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Stopwords
filtrés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8496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English + 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0368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Lemmatisation
WordNet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WordNetLemmatizer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TF-IDF
20 000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ngram (1,2)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1" y="1371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54112" y="914400"/>
            <a:ext cx="118872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960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LightGBM
3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17647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8B94A3"/>
                </a:solidFill>
              </a:rPr>
              <a:t>early stopping 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423160"/>
            <a:ext cx="402336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24963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⚙️  Hyperparamètres LightGBM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79" y="2807208"/>
            <a:ext cx="3749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objective: multiclass (3 classes)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154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num_leaves: 64 · max_depth: -1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410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learning_rate: 0.05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666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n_estimators: 1000 (early stopping: 50)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9227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colsample_bytree: 0.8 · subsample: 0.8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0" y="2423160"/>
            <a:ext cx="402336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17720" y="249631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📈  Résultats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2807208"/>
            <a:ext cx="3749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6344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Accuracy globale : 71.95%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31546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F1-Score (weighted) : 71.86%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3410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Meilleur sur : Positif (F1 ≈ 0.74)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6667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Plus difficile : Neutre (F1 ≈ 0.68)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39227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Plafond naturel pour 3 classes proches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17720"/>
            <a:ext cx="8321040" cy="457200"/>
          </a:xfrm>
          <a:prstGeom prst="rect">
            <a:avLst/>
          </a:prstGeom>
          <a:solidFill>
            <a:srgbClr val="161B2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663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🔍  SHAP TreeExplainer — Explicabilité : identifie les mots qui ont le plus influencé chaque prédiction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Sécurité &amp;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402336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87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🛡️  Nginx — Première ligne de défense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298448"/>
            <a:ext cx="3749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Rate limiting : 2 req/s par IP, burst 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auth_request : /verify_admin avant chaque /predict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Requête rejetée avant d'atteindre FastAPI si invalide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Reverse proxy : cache la topologie interne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914400"/>
            <a:ext cx="402336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98755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🔐  Backend FastAPI — Authentification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1298448"/>
            <a:ext cx="374904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898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Mots de passe : bcrypt (résistant brute force)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Migration auto : anciens hash SHA-256 →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901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Tokens : secrets.token_hex(32) = 64 chars hex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15798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Expiration : 30 jours (token_expires_at)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140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RBAC : role user (quota 5/j) vs admin (illimité)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54680"/>
            <a:ext cx="402336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2278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⚡  Race condition — threading.Lock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79" y="3538728"/>
            <a:ext cx="3749040" cy="182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30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Problème : 2 requêtes simultanées pouvaient dépasser le quota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Solution : verrou threading.Lock sur la mise à jour du quota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422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Lecture → vérification → écriture atomique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982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Protection côté API même si Nginx laisse passer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154680"/>
            <a:ext cx="402336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22783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✅  Validation Pydantic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3538728"/>
            <a:ext cx="3749040" cy="182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6301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username : 3-50 chars, alphanumeric + _ 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86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password : 6-100 chars minimum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1422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role : Literal['user', 'admin'] uniquement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3982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text : 1-5000 chars, non vide (strip())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6542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feedback : Literal['correct', 'incorrect']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516636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4A3"/>
                </a:solidFill>
              </a:rPr>
              <a:t>🔒  CORS configuré · Logs structurés (logging) · Quota reset automatique à minuit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Monitoring de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887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30352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📡  Divergence KL (Kullback-Leibler)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298448"/>
            <a:ext cx="502920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Mesure l'écart entre distribution récente et distribution d'entraînement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Distribution de référence : 1/3 par classe (Négatif / Neutre / Positif)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Calculée sur les 7 derniers jours par défaut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49377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Stockée dans predictions_log.jsonl (append-only)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91440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🟢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A3"/>
                </a:solidFill>
              </a:rPr>
              <a:t>KL &lt; 0.10  →  Rien à faire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91440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91440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79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🟡 Warning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A3"/>
                </a:solidFill>
              </a:rPr>
              <a:t>0.10 – 0.30  →  Surveiller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178308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91440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79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🔴 Critique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79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A3"/>
                </a:solidFill>
              </a:rPr>
              <a:t>KL ≥ 0.30  →  Réentraîner 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651760"/>
            <a:ext cx="2743200" cy="82296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06440" y="914400"/>
            <a:ext cx="2743200" cy="749808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960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🟢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2618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A3"/>
                </a:solidFill>
              </a:rPr>
              <a:t>KL &lt; 0.10  →  Rien à faire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1719072"/>
            <a:ext cx="2743200" cy="749808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1764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🟡 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06654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A3"/>
                </a:solidFill>
              </a:rPr>
              <a:t>0.10 – 0.30  →  Surveiller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523744"/>
            <a:ext cx="2743200" cy="749808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2569463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🔴 Critique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87121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A3"/>
                </a:solidFill>
              </a:rPr>
              <a:t>KL ≥ 0.30  →  Réentraîner 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017520"/>
            <a:ext cx="832104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09067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⚠️  Seuil de confiance : si confiance moyenne &lt; 55% → alerte même en mode Warning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0332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3776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📝  Ce qui est enregistré à chaque prédiction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79" y="4087368"/>
            <a:ext cx="3749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78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timestamp · username · text_preview (80 chars)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434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prediction (Négatif/Neutre/Positif) · confidence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690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class_id · feedback (correct/incorrect/null)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946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Rotation automatique du fichier à 50 000 lignes (garde 80%)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3703320"/>
            <a:ext cx="4023360" cy="16916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3776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🎛️  Dashboard admin (onglet Monitor)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4087368"/>
            <a:ext cx="374904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1788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Statut drift en temps réel (🟢🟡🔴)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434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Timeline journalière : volume + confiance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690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Distribution récente vs distribution entraînement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9469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Accuracy basée sur les feedbacks utilisateurs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MLflow — Experiment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46304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Workflow de réentraînement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📡 Monitor
KL ≥ 0.30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Drift
détecté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4208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🐍 train.py
--data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Entraîne
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45536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📊 MLflow
log_metrics()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Logue tout
automatiquement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🌐 UI :5001
localhost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Compare
les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8192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2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📦 models/
.pkl mis à jour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Nouveau
modèle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1280160"/>
            <a:ext cx="1389888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325880"/>
            <a:ext cx="138988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CD4"/>
                </a:solidFill>
              </a:rPr>
              <a:t>🔄 docker
restart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847088"/>
            <a:ext cx="13898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Déploiement
instantané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6002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468880"/>
            <a:ext cx="5029200" cy="1965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📋  Ce qui est loggé automatiquement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79" y="2852928"/>
            <a:ext cx="4754880" cy="182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29443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Paramètres : max_features, learning_rate, num_leaves, n_estimators…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20040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Métriques : accuracy, f1_weighted, f1 par classe, precision, best_iteration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564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Artefacts : confusion_matrix.png, feature_importance.png, classification_report.txt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1246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Modèle versionné dans le registry : SentimentAI-LightGBM v1, v2, v3…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2468880"/>
            <a:ext cx="3383280" cy="1965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5420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</a:rPr>
              <a:t>💡  Pourquoi MLflow 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2852928"/>
            <a:ext cx="3108960" cy="1828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2944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Historique complet de chaque entraînement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2004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Rollback en 2 commandes si le nouveau modèle est moins bon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34564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Comparaison visuelle des runs dans l'UI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37124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Base SQLite locale — aucun service cloud requis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39684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Profil Docker séparé : ne tourne qu'à la demande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64515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A3"/>
                </a:solidFill>
              </a:rPr>
              <a:t>💻  Commandes : python training/train.py --data csv  ·  mlflow ui --backend-store-uri sqlite:///mlflow/mlflow.db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Tests &amp; Qualité du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1887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28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tests pytest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914400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taux de succès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914400"/>
            <a:ext cx="201168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mocké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4904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modèle 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914400"/>
            <a:ext cx="1828800" cy="100584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9875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</a:rPr>
              <a:t>tmp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90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isolation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48840"/>
            <a:ext cx="402336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2219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📁  test_auth.py — Authentification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79" y="2532888"/>
            <a:ext cx="3749040" cy="182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243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Inscription : succès, doublon, username trop court, mdp trop court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80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Validation rôle : Literal['user', 'admin'] — refus de 'superadmin'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136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Validation username : caractères spéciaux refusés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Connexion : succès, mauvais mdp, utilisateur inconnu, rôle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48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/verify_admin : token valide, manquant, invalide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2148840"/>
            <a:ext cx="4023360" cy="2286000"/>
          </a:xfrm>
          <a:prstGeom prst="rect">
            <a:avLst/>
          </a:prstGeom>
          <a:solidFill>
            <a:srgbClr val="161B22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22199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📁  test_predict.py — Prédiction &amp; Monitoring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532888"/>
            <a:ext cx="3749040" cy="182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62432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/predict : succès, sans token (401), token invalide (403)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8803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Texte vide ou blanc → 422 (Pydantic)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136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Incrémentation quota après prédiction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/quota/status : user (3/5) vs admin (unlimited)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6484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/predictions/history : vide puis après prédiction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39044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/feedback : introuvable (404), valeur invalide (422)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160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/health : modèle chargé, version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63440"/>
            <a:ext cx="832104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3659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✅  Stratégie : fichiers tmp isolés par test · modèle LightGBM mocké (MagicMock) · patch.object sur les bons modules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Résultats &amp; Métriques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10972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868680"/>
            <a:ext cx="1691640" cy="1051560"/>
          </a:xfrm>
          <a:prstGeom prst="rect">
            <a:avLst/>
          </a:prstGeom>
          <a:solidFill>
            <a:srgbClr val="161B22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9418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366F1"/>
                </a:solidFill>
              </a:rPr>
              <a:t>71.95%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4447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938528" y="868680"/>
            <a:ext cx="1691640" cy="105156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9418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71.86%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4447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F1-Score
weighted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4176" y="868680"/>
            <a:ext cx="1691640" cy="1051560"/>
          </a:xfrm>
          <a:prstGeom prst="rect">
            <a:avLst/>
          </a:prstGeom>
          <a:solidFill>
            <a:srgbClr val="161B22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9418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C4899"/>
                </a:solidFill>
              </a:rPr>
              <a:t>28 /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14447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Tests
pytest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49824" y="868680"/>
            <a:ext cx="1691640" cy="105156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9418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5 / jour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9824" y="14447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Quota
utilisateurs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5472" y="868680"/>
            <a:ext cx="1691640" cy="105156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94183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94A3"/>
                </a:solidFill>
              </a:rPr>
              <a:t>30 jours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144475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A3"/>
                </a:solidFill>
              </a:rPr>
              <a:t>Token
expiration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2103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Performance par classe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14600"/>
            <a:ext cx="26517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😞 Négatif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907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F1 : 0.70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Precision : 0.69
Recall : 0.71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514600"/>
            <a:ext cx="26517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😐 Neutre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907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F1 : 0.68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Precision : 0.71
Recall : 0.65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514600"/>
            <a:ext cx="2651760" cy="1280160"/>
          </a:xfrm>
          <a:prstGeom prst="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578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😊 Positif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907792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F1 : 0.74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2918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8B94A3"/>
                </a:solidFill>
              </a:rPr>
              <a:t>Precision : 0.74
Recall : 0.74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31920"/>
            <a:ext cx="50292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40050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🏗️  Stack technique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79" y="4315968"/>
            <a:ext cx="4754880" cy="1828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074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Backend : FastAPI + Uvicorn + Pydantic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634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Proxy : Nginx (rate limit + auth_request)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9194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ML : LightGBM + TF-IDF (20k features) + SHAP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755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Frontend : Streamlit (dark glassmorphism, 5 onglets)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4315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Infra : Docker Compose (3 services) + MLflow (profil training)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931920"/>
            <a:ext cx="338328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0050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🚀  Ce qui le distingue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4315968"/>
            <a:ext cx="310896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44074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Pas juste un modèle — une API de production complète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46634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Sécurité multicouche (Nginx + FastAPI + Pydantic)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4919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Monitoring drift automatique (KL divergence)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517550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Tests automatisés 100% passants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3153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MLflow pour tracer chaque réentraînement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SentimentAI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</a:rPr>
              <a:t>Pipeline MLOps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011680"/>
            <a:ext cx="530352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166420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240280"/>
            <a:ext cx="1664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9008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LightGBM · TF-IDF · 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2536" y="2194560"/>
            <a:ext cx="166420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2240280"/>
            <a:ext cx="1664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2536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Sécurité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2536" y="299008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bcrypt · Nginx · RBAC · CORS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0752" y="2194560"/>
            <a:ext cx="166420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240280"/>
            <a:ext cx="1664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99008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Drift KL · Feedback ·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58968" y="2194560"/>
            <a:ext cx="166420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58968" y="2240280"/>
            <a:ext cx="1664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Qualité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99008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28 tests · Pydantic · Logging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7183" y="2194560"/>
            <a:ext cx="1664208" cy="1417320"/>
          </a:xfrm>
          <a:prstGeom prst="rect">
            <a:avLst/>
          </a:prstGeom>
          <a:solidFill>
            <a:srgbClr val="161B22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3" y="2240280"/>
            <a:ext cx="16642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2651760"/>
            <a:ext cx="1664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</a:rPr>
              <a:t>MLflow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2990088"/>
            <a:ext cx="1664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B94A3"/>
                </a:solidFill>
              </a:rPr>
              <a:t>Versioning · Registry ·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366F1"/>
                </a:solidFill>
              </a:rPr>
              <a:t>Perspectives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51960"/>
            <a:ext cx="1645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</a:rPr>
              <a:t>🗄️ PostgreSQL
à la place de 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29968" y="4251960"/>
            <a:ext cx="1645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</a:rPr>
              <a:t>🔔 Alertes drift
automatiques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39896" y="4251960"/>
            <a:ext cx="1645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9896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</a:rPr>
              <a:t>📦 Packaging
Docker multi-arch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49824" y="4251960"/>
            <a:ext cx="1645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</a:rPr>
              <a:t>☁️ Déploiement
VPS / cloud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59752" y="4251960"/>
            <a:ext cx="16459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4297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A3"/>
                </a:solidFill>
              </a:rPr>
              <a:t>🔄 Réentraînement
automatique CI/CD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366F1"/>
                </a:solidFill>
              </a:rPr>
              <a:t>github.com/Lakdou/TrustPilot-webservice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A3"/>
                </a:solidFill>
              </a:rPr>
              <a:t>Accuracy : 71.95%   ·   F1 : 71.86%   ·   28 tests ✅   ·   Docker   ·   MLflow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